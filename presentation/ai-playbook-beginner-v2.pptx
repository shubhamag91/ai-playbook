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Playbook — Beginner Edition</dc:title>
  <dc:subject>A guided introduction to AI and LLMs.
Generated from the AI Playbook (ai-playbook-9y9.pages.dev).
</dc:subject>
  <dc:creator/>
  <cp:lastModifiedBy/>
  <cp:revision>1</cp:revision>
  <dcterms:created xsi:type="dcterms:W3CDTF">2026-05-22T23:56:49Z</dcterms:created>
  <dcterms:modified xsi:type="dcterms:W3CDTF">2026-05-22T23:56:49Z</dcterms:modified>
</cp:coreProperties>
</file>