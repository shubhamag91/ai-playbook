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B82F6"/>
                </a:solidFill>
              </a:defRPr>
            </a:pPr>
            <a:r>
              <a:t>AI &amp; LLMs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FFFFFF"/>
                </a:solidFill>
              </a:defRPr>
            </a:pPr>
            <a:r>
              <a:t>A Practical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BA3BF"/>
                </a:solidFill>
              </a:defRPr>
            </a:pPr>
            <a:r>
              <a:t>From the AI Playbook —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008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BA3BF"/>
                </a:solidFill>
              </a:defRPr>
            </a:pPr>
            <a:r>
              <a:t>ai-playbook.pages.dev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743200"/>
            <a:ext cx="941832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BA3BF"/>
                </a:solidFill>
              </a:defRPr>
            </a:pPr>
            <a:r>
              <a:t>The AI Landscape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What Is an LLM?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"A Large Language Model is software that predicts the next word</a:t>
            </a: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by learning patterns from billions of examples."</a:t>
            </a: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Think of autocomplete on your phone. When you type...</a:t>
            </a: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"What is the weather in..." your phone predicts "New York".</a:t>
            </a: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ChatGPT, Claude, and Gemini work the same way —</a:t>
            </a: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but MUCH better at predicting what comes next,</a:t>
            </a: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because they've learned from billions of examples.</a:t>
            </a: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1600"/>
              </a:spcAft>
              <a:defRPr sz="1800">
                <a:solidFill>
                  <a:srgbClr val="E4E6F0"/>
                </a:solidFill>
              </a:defRPr>
            </a:pPr>
            <a:r>
              <a:t>Not magic. Just pattern matching at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How We Got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2017 — "Attention Is All You Need" paper introduces Transformers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2018 — GPT-1 (117M params) &amp; BERT released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2020 — GPT-3 (175B params) — first model with emergent abilities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2022 — ChatGPT launches (GPT-3.5 + RLHF) — AI goes mainstream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2023 — GPT-4, Claude 2, Gemini — multimodal, better reasoning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2024 — Claude 3.5, GPT-4o, Llama 3 — open models catch up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2025 — Reasoning models (o1, o3), agentic AI, Design Arena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2026 — GPT-5.5, Claude 4.7, DeepSeek V4 — prices drop 50%+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The AI Landscape —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4E6F0"/>
                </a:solidFill>
              </a:defRPr>
            </a:pPr>
            <a:r>
              <a:t>Closed-source:     Claude Opus 4.7, GPT-5.5, Gemini 3.1 Pro</a:t>
            </a:r>
          </a:p>
          <a:p>
            <a:pPr>
              <a:spcAft>
                <a:spcPts val="1600"/>
              </a:spcAft>
              <a:defRPr sz="1600">
                <a:solidFill>
                  <a:srgbClr val="E4E6F0"/>
                </a:solidFill>
              </a:defRPr>
            </a:pPr>
            <a:r>
              <a:t>Open-weight:        Llama 4 (Meta), DeepSeek V4, Qwen 3.6</a:t>
            </a:r>
          </a:p>
          <a:p>
            <a:pPr>
              <a:spcAft>
                <a:spcPts val="1600"/>
              </a:spcAft>
              <a:defRPr sz="1600">
                <a:solidFill>
                  <a:srgbClr val="E4E6F0"/>
                </a:solidFill>
              </a:defRPr>
            </a:pPr>
            <a:r>
              <a:t>Reasoning:          OpenAI o3, DeepSeek R1 — chain-of-thought</a:t>
            </a:r>
          </a:p>
          <a:p>
            <a:pPr>
              <a:spcAft>
                <a:spcPts val="1600"/>
              </a:spcAft>
              <a:defRPr sz="1600">
                <a:solidFill>
                  <a:srgbClr val="E4E6F0"/>
                </a:solidFill>
              </a:defRPr>
            </a:pPr>
            <a:r>
              <a:t>Agentic:            Cursor (IDE), Claude Code (CLI), CrewAI</a:t>
            </a:r>
          </a:p>
          <a:p>
            <a:pPr>
              <a:spcAft>
                <a:spcPts val="16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600"/>
              </a:spcAft>
              <a:defRPr sz="1600">
                <a:solidFill>
                  <a:srgbClr val="E4E6F0"/>
                </a:solidFill>
              </a:defRPr>
            </a:pPr>
            <a:r>
              <a:t>Key trends:</a:t>
            </a:r>
          </a:p>
          <a:p>
            <a:pPr lvl="1">
              <a:spcAft>
                <a:spcPts val="1600"/>
              </a:spcAft>
              <a:defRPr sz="1400">
                <a:solidFill>
                  <a:srgbClr val="E4E6F0"/>
                </a:solidFill>
              </a:defRPr>
            </a:pPr>
            <a:r>
              <a:t>  • Prices dropping 50%+ per year — GPT-5.5 costs $2/1M tokens</a:t>
            </a:r>
          </a:p>
          <a:p>
            <a:pPr lvl="1">
              <a:spcAft>
                <a:spcPts val="1600"/>
              </a:spcAft>
              <a:defRPr sz="1400">
                <a:solidFill>
                  <a:srgbClr val="E4E6F0"/>
                </a:solidFill>
              </a:defRPr>
            </a:pPr>
            <a:r>
              <a:t>  • Open models matching closed models on benchmarks</a:t>
            </a:r>
          </a:p>
          <a:p>
            <a:pPr lvl="1">
              <a:spcAft>
                <a:spcPts val="1600"/>
              </a:spcAft>
              <a:defRPr sz="1400">
                <a:solidFill>
                  <a:srgbClr val="E4E6F0"/>
                </a:solidFill>
              </a:defRPr>
            </a:pPr>
            <a:r>
              <a:t>  • Context windows growing: 128K → 400K → 1M tokens</a:t>
            </a:r>
          </a:p>
          <a:p>
            <a:pPr lvl="1">
              <a:spcAft>
                <a:spcPts val="1600"/>
              </a:spcAft>
              <a:defRPr sz="1400">
                <a:solidFill>
                  <a:srgbClr val="E4E6F0"/>
                </a:solidFill>
              </a:defRPr>
            </a:pPr>
            <a:r>
              <a:t>  • Agentic AI moving from demos to production in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Key Players —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645920"/>
          <a:ext cx="9418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51660"/>
                <a:gridCol w="1851660"/>
                <a:gridCol w="1851660"/>
                <a:gridCol w="185166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Flagship Model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Strength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Pricing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Opus 4.7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400K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Best reasoning &amp; writing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$15/$75 per 1M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GPT-5.5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128K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Best all-purpose, 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$2/$8 per 1M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Gemini 3.1 Pro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1M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Longest context, research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$2/$12 per 1M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DeepSeek 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256K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10-50x cheaper, 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$0.14/$0.28 per 1M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Grok 3 Pro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256K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Real-time X/Twitter data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API pricing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Llama 4 Scout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128K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Open-weight, self-host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 (MIT)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LLMs Can Do Well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Writing and editing — often better than most people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Explaining complex concepts — clear, accessible, patient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Coding assistance — saves 40-60% of development time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Analysis of existing text — pattern finding, extraction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Brainstorming and ideation — fast, creative, 24/7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Translation between languages — including code ↔ English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Summarization — turn 50 pages into 5 bullet 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LLMs Struggle With (Improving)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Math — reasoning models (o3, R1) are better, still imperfect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Factual accuracy — hallucinations remain; RAG helps fix this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Real-time information — not built-in (Perplexity/Gemini add it)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Domain expertise — generic knowledge; fine-tuning helps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Complex multi-step reasoning — improving with chain-of-thought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Understanding context beyond 200K tokens (quality degrades)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LLMs CANNOT Do (Yet)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Access the internet on their own (they're trained, not connected)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Know anything after their training cutoff date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Guarantee truthfulness — they generate plausible text, NOT facts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Reason reliably under uncertainty without explicit guidance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Replace domain experts — they're tools for experts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Learn from a single conversation (no persistent memory)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Common Misconceptions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✕ "LLMs understand language" — They pattern-match.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Understanding is human projection.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✕ "LLMs are general intelligences" — Narrow: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good at text, bad at reasoning under uncertainty.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✕ "ChatGPT is always right" — No. Verify important facts.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They hallucinate plausibly.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✕ "LLMs will replace humans" — Humans + LLMs &gt; either alone.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They're tools that amplify human capability.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✕ "More parameters = smarter" — Architecture and data quality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matter more than raw scale.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Why AI Matters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Prices dropping 50%+ per year — $1 in 2023 = $0.10 today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Frontier-quality models available for free (llama.meta.com)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Context windows grew from 8K (2022) to 1M (2026)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Agentic AI from demos to production — Cursor, Claude Code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87% of developers use AI coding tools (Stack Overflow 2025)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AI saves 40-60% of time on writing, coding, and analysis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EVERY knowledge worker can benefit — not just engineers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Part 1 Recap — The AI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LLMs predict the next word, billions of times — pattern matching at scale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5 key players: Anthropic, OpenAI, Google, DeepSeek, Meta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Models getting cheaper, faster, more capable every 6 months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LLMs great at writing, coding, analysis — weak at math and facts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They're tools that amplify humans, not replace them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743200"/>
            <a:ext cx="941832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BA3BF"/>
                </a:solidFill>
              </a:defRPr>
            </a:pPr>
            <a:r>
              <a:t>How Do LLMs Work?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Tokens — The Building Blocks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Models process tokens — not letters, not words.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"The quick brown fox jumps over the lazy dog"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→ Tokens: [The] [ quick] [ brown] [ fox] [ jumps]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        [ over] [ the] [ lazy] [ dog]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A token ≈ ¾ of a word. Common words = 1 token.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Longer/unusual words may use 2-3 tokens.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Pricing is per-token — you pay for what the model reads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and writes. ~1,000 tokens ≈ 750 words ≈ 1.5 pages.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Parameters — The Prediction Dials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Think of parameters as millions of tiny "dials".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Each dial gets tweaked during training.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More parameters = more nuances the model can learn.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But more parameters ≠ always better.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GPT-5.5: ~1.76 trillion parameters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Claude Opus 4.7: architecture not publicly disclosed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Llama 4 405B: 405 billion parameters (open-weight)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Open-weight = you can download and run it yourself.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Closed-weight = you access via API 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Context Windows — How Much It Sees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Context = everything the model "remembers" in one conversation.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Context window sizes (May 2026):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Gemini 3.1 Pro: 1 MILLION tokens (War &amp; Peace 2x over)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Claude Opus 4.7: 400K tokens (~600 pages)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DeepSeek V4: 256K tokens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GPT-5.5: 128K tokens (~200 pages)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Larger context = process entire books, codebases, transcripts.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One catch: FULL conversation sent with each message.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(that's why long chats cost more and feel slower)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Temperature — Creativity vs Consistency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Temperature controls how "creative" or "random" outputs are.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Temp = 0.0 → Same question = same answer every time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     Good for: math, code, factual answers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Temp = 0.3-0.7 → Balanced — the sweet spot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     Good for: most tasks, documentation, analysis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Temp = 1.0+ → Creative, surprising, varied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      Good for: brainstorming, creative writing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Low temp  = deterministic → same output each time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High temp = stochastic → different output each time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How Models Learn — Three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Stage 1: Pretraining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Model reads TRILLIONS of words (internet, books, code)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Learns language patterns, facts, reasoning — unsupervised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The expensive part — costs millions in compute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Stage 2: Fine-tuning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Train on specific examples to adapt to a task/domain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Much cheaper — hundreds to thousands of dollars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Stage 3: RLHF (Reinforcement Learning from Human Feedback)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Humans rate responses; model learns "good" vs "bad"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This is why ChatGPT is polite — they TRAINED it to be!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RAG?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RAG = Retrieval-Augmented Generation.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The problem: LLMs only know their training data.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They can't access your documents or latest info.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RAG solves this: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1. User asks a question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2. System searches YOUR documents for relevant info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3. Search results + question → sent to the LLM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4. LLM answers with references to your documents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Think: "Hey LLM, read these 3 docs and answer."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Used for: customer support, internal docs Q&amp;A,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research assistants, legal/finance analysis.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Prompt Engineering — 3 Simple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1. Be specific — "Summarize in 3 bullet points with action items"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 NOT "Tell me about..."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2. Give examples (few-shot) — Show 2-3 input/output examples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 before asking the real question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3. Ask for structured output — "Output as JSON" or "List as table"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Bonus tips: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• Tell the model what it IS ("You are a senior engineer...")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• Give constraints ("Keep it under 200 words")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• Ask it to think step-by-step for complex reasoning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71600" y="1645920"/>
          <a:ext cx="94183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51660"/>
                <a:gridCol w="1851660"/>
                <a:gridCol w="1851660"/>
                <a:gridCol w="185166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Prompting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Better instructions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Instant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Most tasks, writing, coding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Feed your docs to the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Hours-days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Cheap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Customer support, docs Q&amp;A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Train model on your examples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Days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$100-$10K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Specialized domains, tone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3 Ways to Adapt Models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Part 2 Recap — How LLMs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Tokens = building blocks; Parameters = prediction dials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Context = the conversation memory (128K – 1M tokens)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Temperature = creativity dial (0 = deterministic, 1 = creative)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Training: pretraining → fine-tuning → RLHF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RAG feeds YOUR documents to the model for accurate answers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Better prompts = better outputs (be specific, give examples)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743200"/>
            <a:ext cx="941832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BA3BF"/>
                </a:solidFill>
              </a:defRPr>
            </a:pPr>
            <a:r>
              <a:t>Tools &amp; Practical Usage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71600" y="1645920"/>
          <a:ext cx="9418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468880"/>
                <a:gridCol w="2468880"/>
                <a:gridCol w="246888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Claude.ai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Opus 4.7 / Sonnet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$20/mo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Writing, long docs, analysis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GPT-5.5 / GPT-5.5 Instant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Web search, general, speed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Gemini 3.1 Pro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$20/mo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1M context, research, long docs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Perplexity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+ GPT + 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Cited sources, research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DeepSeek V4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 / $10/mo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Cost-conscious, reasoning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Grok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Grok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X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Real-time current events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Chat Interfaces — Comparison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71600" y="1645920"/>
          <a:ext cx="94183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51660"/>
                <a:gridCol w="1851660"/>
                <a:gridCol w="1851660"/>
                <a:gridCol w="185166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Base Model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IDE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Cursor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Sonnet + GPT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VSCode fork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$20-40/mo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Large codebases, refactors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Sonnet 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Terminal / 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Pay-per-token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Terminal-first, automation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GitHub Copilot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GPT-4o + Codex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VSCode, JetBrains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 + $10-20/mo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Widest IDE support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Windsurf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Codeium + partners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Standalone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$15-30/mo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Agentic, fast iteration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Aider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Claude/GPT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Terminal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 + API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Git-native, structured refactors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Coding Tools — Comparison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71600" y="1645920"/>
          <a:ext cx="9418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468880"/>
                <a:gridCol w="2468880"/>
                <a:gridCol w="246888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Midjourney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Image generation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$10-120/mo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Photorealistic, artistic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Runway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Video editing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$12+/mo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Professional video workflows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Suno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Music generation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 / $10/mo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Original music, scores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ElevenLabs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Voice 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 / $11-99/mo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Narration, voiceovers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NotebookLM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Document analysis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Summarize PDFs, extracts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DALL-E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Image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In 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Quick iterations, integrated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Content &amp; Other Tools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Should You Build or Buy?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Buy (API) when: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You need to launch in days, not months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Usage volume &lt; 50M tokens/month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You want the latest frontier models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Build (Self-host) when: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Data privacy is critical (healthcare, legal, finance)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Usage volume &gt; 50M tokens/month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Need full control or want to fine-tune on proprietary data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Rule of thumb: API at low volume, self-host at high volume.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At &gt;50M tokens/month, self-hosting saves real money.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71600" y="1645920"/>
          <a:ext cx="9418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468880"/>
                <a:gridCol w="2468880"/>
                <a:gridCol w="246888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Input / 1M tokens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Output / 1M tokens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81C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Opus 4.7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$15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$75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Best quality, most expensive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Claude Sonnet 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Great balance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GPT-5.5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$8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Best all-purpose value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Gemini 3.1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Great context (1M)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DeepSeek V4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$0.14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10-50x cheaper</a:t>
                      </a:r>
                    </a:p>
                  </a:txBody>
                  <a:tcPr>
                    <a:solidFill>
                      <a:srgbClr val="1417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Llama 4 (self-host)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$0*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E4E6F0"/>
                          </a:solidFill>
                        </a:defRPr>
                      </a:pPr>
                      <a:r>
                        <a:t>Free, you pay for servers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API Pricing (May 2026 — Per 1M Tokens)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Tool Pairing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Best Daily Combo: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Chat: Claude.ai (writing) + ChatGPT (web search)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Coding: Cursor (IDE) + Claude Code (complex tasks)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Research: Gemini (1M context) + Perplexity (cited)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Budget Combo (~$40/mo):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Free tiers: ChatGPT, Claude, Gemini, Copilot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Add Cursor: $20/mo + one Pro plan: $20/mo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Premium Combo: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Claude Pro + ChatGPT Pro + Cursor + Claude Code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Midjourney + NotebookLM + Perplexity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Total: ~$150-300/mo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You Can Build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RAG Chatbot — Q&amp;A on your documentation, knowledge base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Content pipeline — auto-generate blog posts, summaries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Code review assistant — flag bugs, suggest improvements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Data analysis — natural language queries on databases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Customer support — answer common questions automatically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Research assistant — summarize papers, extract key findings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Meeting transcription + summarization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All achievable with existing tools in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Free Tier &amp; Budget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FREE: ChatGPT (GPT-5.5 Instant), Claude free, Gemini, DeepSeek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FREE: GitHub Copilot (2K/mo), NotebookLM, Ollama + open models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FREE: LangChain, CrewAI, Chroma (all open-source)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$20/mo: One Pro plan (Claude or ChatGPT or Gemini)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$40/mo: Pro plan + Cursor (professional dev setup)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$100/mo: All tools needed for serious work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Remember: for most apps, model cost is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NEGLIGIBLE compared to engineering time.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Part 3 Recap — Tools &amp; 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Chat: Claude (writing), ChatGPT (general), Gemini (research)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Coding: Cursor (IDE) + Claude Code (complex) + Copilot (free)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Build vs Buy: API at low volume, self-host at high volume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Pricing: DeepSeek 10-50x cheaper; Llama free to self-host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Pair tools strategically — you don't need everything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Start with free tiers, upgrade when you need more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743200"/>
            <a:ext cx="941832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BA3BF"/>
                </a:solidFill>
              </a:defRPr>
            </a:pPr>
            <a:r>
              <a:t>Getting Started &amp; Takeaways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Your First 30-Minute Experiment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  <a:r>
              <a:t>Step 1 ⏱ 3 min: Go to claude.ai or chatgpt.com — it's free</a:t>
            </a: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  <a:r>
              <a:t>Step 2 ⏱ 5 min: Ask: "Explain quantum computing like I'm 12."</a:t>
            </a:r>
          </a:p>
          <a:p>
            <a:pPr lvl="1">
              <a:spcAft>
                <a:spcPts val="1200"/>
              </a:spcAft>
              <a:defRPr sz="1400">
                <a:solidFill>
                  <a:srgbClr val="E4E6F0"/>
                </a:solidFill>
              </a:defRPr>
            </a:pPr>
            <a:r>
              <a:t>            Then: "Now explain it to a software engineer."</a:t>
            </a:r>
          </a:p>
          <a:p>
            <a:pPr lvl="1">
              <a:spcAft>
                <a:spcPts val="1200"/>
              </a:spcAft>
              <a:defRPr sz="1400">
                <a:solidFill>
                  <a:srgbClr val="E4E6F0"/>
                </a:solidFill>
              </a:defRPr>
            </a:pPr>
            <a:r>
              <a:t>            Notice: same model, different behavior based on prompt.</a:t>
            </a: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  <a:r>
              <a:t>Step 3 ⏱ 10 min: Paste in an email and ask:</a:t>
            </a:r>
          </a:p>
          <a:p>
            <a:pPr lvl="1">
              <a:spcAft>
                <a:spcPts val="1200"/>
              </a:spcAft>
              <a:defRPr sz="1400">
                <a:solidFill>
                  <a:srgbClr val="E4E6F0"/>
                </a:solidFill>
              </a:defRPr>
            </a:pPr>
            <a:r>
              <a:t>            "Summarize in 3 bullet points. Suggest improvements."</a:t>
            </a: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  <a:r>
              <a:t>Step 4 ⏱ 10 min: Try coding: "Write a Python script to rename</a:t>
            </a:r>
          </a:p>
          <a:p>
            <a:pPr lvl="1">
              <a:spcAft>
                <a:spcPts val="1200"/>
              </a:spcAft>
              <a:defRPr sz="1400">
                <a:solidFill>
                  <a:srgbClr val="E4E6F0"/>
                </a:solidFill>
              </a:defRPr>
            </a:pPr>
            <a:r>
              <a:t>            all files in a folder to lowercase."</a:t>
            </a: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200"/>
              </a:spcAft>
              <a:defRPr sz="1600">
                <a:solidFill>
                  <a:srgbClr val="E4E6F0"/>
                </a:solidFill>
              </a:defRPr>
            </a:pPr>
            <a:r>
              <a:t>Step 5 ⏱ 2 min: Reflect. How much time would this have saved?</a:t>
            </a:r>
          </a:p>
          <a:p>
            <a:pPr lvl="1">
              <a:spcAft>
                <a:spcPts val="1200"/>
              </a:spcAft>
              <a:defRPr sz="1400">
                <a:solidFill>
                  <a:srgbClr val="E4E6F0"/>
                </a:solidFill>
              </a:defRPr>
            </a:pPr>
            <a:r>
              <a:t>            What else could you automate?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Where to 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The AI Playbook — ai-playbook.pages.dev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Free tools — claude.ai, chatgpt.com, gemini.google.com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Papers — paperswithcode.com, arXiv (cs.CL)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Communities — r/MachineLearning, r/LocalLLaMA, Hacker News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Newsletters — The Batch (DeepLearning.AI), The Rundown AI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Courses — fast.ai (Practical Deep Learning), DeepLearning.AI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YouTube — 3Blue1Brown (Neural Nets), Yannic Kilcher (papers)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Best Practices for Using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DO: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Verify important facts — LLMs hallucinate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Be specific in prompts — vague = vague answers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Use AI as a starting point, not the final answer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Experiment with different models for different tasks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Keep humans in the loop for critical decisions</a:t>
            </a: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</a:p>
          <a:p>
            <a:pPr>
              <a:spcAft>
                <a:spcPts val="1400"/>
              </a:spcAft>
              <a:defRPr sz="1600">
                <a:solidFill>
                  <a:srgbClr val="E4E6F0"/>
                </a:solidFill>
              </a:defRPr>
            </a:pPr>
            <a:r>
              <a:t>DON'T: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Paste sensitive/private data into public AI services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Trust AI-generated code without review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Assume the model knows recent events (check cutoff)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Over-automate — some things need human judgment</a:t>
            </a:r>
          </a:p>
          <a:p>
            <a:pPr lvl="1">
              <a:spcAft>
                <a:spcPts val="1400"/>
              </a:spcAft>
              <a:defRPr sz="1400">
                <a:solidFill>
                  <a:srgbClr val="E4E6F0"/>
                </a:solidFill>
              </a:defRPr>
            </a:pPr>
            <a:r>
              <a:t>  • Use AI for legal/medical advice without expert review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Where AI is Heading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Agentic AI — models that plan, use tools, execute tasks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Smaller, faster, cheaper — edge AI on phones and laptops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Multimodal everywhere — vision, audio, video natively integrated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Reasoning — chain-of-thought becoming standard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Open models closing the gap — Llama, DeepSeek, Qwen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AI in every tool — email, docs, IDE, browser, terminal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Key skill: knowing WHAT to ask, not HOW to code 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The Human + AI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AI excels at: speed, scale, pattern recognition, consistency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Humans excel at: judgment, creativity, ethics, context, nuance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Together they're better than either alone: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• AI drafts → human reviews and improves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• AI analyzes data → human makes decisions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• AI generates ideas → human curates the best ones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  • AI writes code → human architects the system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This is not about replacement. It's about amplification.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Your job is not at risk from AI.</a:t>
            </a:r>
          </a:p>
          <a:p>
            <a:pPr>
              <a:spcAft>
                <a:spcPts val="1800"/>
              </a:spcAft>
              <a:defRPr sz="1600">
                <a:solidFill>
                  <a:srgbClr val="E4E6F0"/>
                </a:solidFill>
              </a:defRPr>
            </a:pPr>
            <a:r>
              <a:t>• Your job is at risk from someone who knows how to USE AI.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82296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  <a:r>
              <a:t>1. LLMs are pattern-matching at scale — not magic, just math.</a:t>
            </a: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  <a:r>
              <a:t>2. Five key players: Anthropic, OpenAI, Google, DeepSeek, Meta.</a:t>
            </a: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  <a:r>
              <a:t>3. Prices dropping 50%+ per year. Premium yesterday = free today.</a:t>
            </a: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  <a:r>
              <a:t>4. Better prompts = better outputs. Be specific. Give examples.</a:t>
            </a: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  <a:r>
              <a:t>5. Start with free tiers. Claude.ai and ChatGPT are free.</a:t>
            </a: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  <a:r>
              <a:t>6. AI amplifies humans. It doesn't replace them.</a:t>
            </a: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</a:p>
          <a:p>
            <a:pPr>
              <a:spcAft>
                <a:spcPts val="2200"/>
              </a:spcAft>
              <a:defRPr sz="1800">
                <a:solidFill>
                  <a:srgbClr val="E4E6F0"/>
                </a:solidFill>
              </a:defRPr>
            </a:pPr>
            <a:r>
              <a:t>7. The best time to learn AI was 2023. Second best time is NOW.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B82F6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BA3BF"/>
                </a:solidFill>
              </a:defRPr>
            </a:pPr>
            <a:r>
              <a:t>Ask me anything about AI, LLMs, or how to 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BA3BF"/>
                </a:solidFill>
              </a:defRPr>
            </a:pPr>
            <a:r>
              <a:t>ai-playbook.pages.dev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